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video" Target="../media/media-2-2.mp4"/><Relationship Id="rId3" Type="http://schemas.microsoft.com/office/2007/relationships/media" Target="../media/media-2-2.mp4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건강의신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AI 음식 인식 모델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97112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8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최종발표 ver.1 ·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음식 인식 모델, 이렇게 만들었습니다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제작 과정과 그 과정에서 해결한 문제들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25880" y="2331720"/>
            <a:ext cx="9546336" cy="0"/>
          </a:xfrm>
          <a:prstGeom prst="line">
            <a:avLst/>
          </a:prstGeom>
          <a:noFill/>
          <a:ln w="254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2093976"/>
            <a:ext cx="475488" cy="47548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수집·정제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0" y="2093976"/>
            <a:ext cx="475488" cy="47548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60904" y="26426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통합  424→50종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61304" y="2093976"/>
            <a:ext cx="475488" cy="47548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6" name="Text 14"/>
          <p:cNvSpPr/>
          <p:nvPr/>
        </p:nvSpPr>
        <p:spPr>
          <a:xfrm>
            <a:off x="5861304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26426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47888" y="2093976"/>
            <a:ext cx="475488" cy="47548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34072" y="26426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개선 실험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634472" y="2093976"/>
            <a:ext cx="475488" cy="47548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2" name="Text 20"/>
          <p:cNvSpPr/>
          <p:nvPr/>
        </p:nvSpPr>
        <p:spPr>
          <a:xfrm>
            <a:off x="10634472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20656" y="26426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모델 선정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456432"/>
            <a:ext cx="345338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685032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685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3712464"/>
            <a:ext cx="2401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방대한 데이터 정제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" y="4480560"/>
            <a:ext cx="2904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479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12만+ 장의 한식 사진에 중복·저품질·모호한 이미지가 다수 포함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479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필터로 부적합 이미지를 격리하고, 424개 원본 코드를 50개 대표 클래스로 통합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B9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깨끗하고 일관된 학습 데이터셋 확보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67784" y="3456432"/>
            <a:ext cx="345338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6384" y="3685032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1" name="Text 29"/>
          <p:cNvSpPr/>
          <p:nvPr/>
        </p:nvSpPr>
        <p:spPr>
          <a:xfrm>
            <a:off x="4596384" y="3685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36464" y="3712464"/>
            <a:ext cx="2401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속도 병목 해결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642104" y="4480560"/>
            <a:ext cx="2904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479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이미지 파일을 대량으로 읽어 학습 속도가 크게 저하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479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캐시와 병렬 로딩(워커 수)을 단계적으로 튜닝해 처리량 개선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B9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50회(epoch) 안정적 완주, 재현 가능한 학습 환경 구축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86928" y="3456432"/>
            <a:ext cx="345338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5528" y="3685032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6" name="Text 34"/>
          <p:cNvSpPr/>
          <p:nvPr/>
        </p:nvSpPr>
        <p:spPr>
          <a:xfrm>
            <a:off x="8415528" y="3685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055608" y="3712464"/>
            <a:ext cx="2401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정확도 끌어올리기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8461248" y="4480560"/>
            <a:ext cx="2904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479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음식은 학습 데이터가 적어 인식이 불안정(클래스 불균형)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479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샘플링·데이터 증강 등 3가지 보정 실험 + YOLOv8·YOLO11 모델 비교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B9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정확도와 속도 균형이 가장 좋은 모델 선정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건강의신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AI 음식 인식 모델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97112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8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최종발표 ver.1 ·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한 장으로 끝 — 사용자 사용 흐름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음식 인식 모델 작동 데모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93776" y="1773936"/>
            <a:ext cx="6967728" cy="3967353"/>
          </a:xfrm>
          <a:prstGeom prst="roundRect">
            <a:avLst>
              <a:gd name="adj" fmla="val 138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pic>
        <p:nvPicPr>
          <p:cNvPr id="9" name="Image 0" descr="assets/demo_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858000" cy="3857625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828800"/>
            <a:ext cx="6858000" cy="38576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5796153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9E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</a:t>
            </a:r>
            <a:pPr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검증 데이터 기반 작동 데모 — 슬라이드쇼에서 클릭하여 재생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26680" y="178308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사용 흐름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744968" y="2276856"/>
            <a:ext cx="457200" cy="45720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4" name="Text 10"/>
          <p:cNvSpPr/>
          <p:nvPr/>
        </p:nvSpPr>
        <p:spPr>
          <a:xfrm>
            <a:off x="7744968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973568" y="2734056"/>
            <a:ext cx="0" cy="393192"/>
          </a:xfrm>
          <a:prstGeom prst="line">
            <a:avLst/>
          </a:prstGeom>
          <a:noFill/>
          <a:ln w="25400">
            <a:solidFill>
              <a:srgbClr val="DCE5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366760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촬영·업로드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366760" y="259689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사진을 찍거나 갤러리에서 올리면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744968" y="3118104"/>
            <a:ext cx="457200" cy="45720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9" name="Text 15"/>
          <p:cNvSpPr/>
          <p:nvPr/>
        </p:nvSpPr>
        <p:spPr>
          <a:xfrm>
            <a:off x="7744968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973568" y="3575304"/>
            <a:ext cx="0" cy="393192"/>
          </a:xfrm>
          <a:prstGeom prst="line">
            <a:avLst/>
          </a:prstGeom>
          <a:noFill/>
          <a:ln w="25400">
            <a:solidFill>
              <a:srgbClr val="DCE5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66760" y="3145536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자동 인식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366760" y="3438144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음식의 위치(박스)와 이름을 자동으로 탐지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744968" y="3959352"/>
            <a:ext cx="457200" cy="45720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24" name="Text 20"/>
          <p:cNvSpPr/>
          <p:nvPr/>
        </p:nvSpPr>
        <p:spPr>
          <a:xfrm>
            <a:off x="7744968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973568" y="4416552"/>
            <a:ext cx="0" cy="393192"/>
          </a:xfrm>
          <a:prstGeom prst="line">
            <a:avLst/>
          </a:prstGeom>
          <a:noFill/>
          <a:ln w="25400">
            <a:solidFill>
              <a:srgbClr val="DCE5E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366760" y="398678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영양소 분석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366760" y="427939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결과를 영양 데이터베이스와 매칭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744968" y="480060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9" name="Text 25"/>
          <p:cNvSpPr/>
          <p:nvPr/>
        </p:nvSpPr>
        <p:spPr>
          <a:xfrm>
            <a:off x="774496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8366760" y="482803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식단 피드백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366760" y="5120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부족·과다 영양소와 관리 제안 제공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726680" y="5760720"/>
            <a:ext cx="3913632" cy="868680"/>
          </a:xfrm>
          <a:prstGeom prst="roundRect">
            <a:avLst>
              <a:gd name="adj" fmla="val 8421"/>
            </a:avLst>
          </a:prstGeom>
          <a:solidFill>
            <a:srgbClr val="F1F5F8"/>
          </a:solidFill>
          <a:ln/>
        </p:spPr>
      </p:sp>
      <p:sp>
        <p:nvSpPr>
          <p:cNvPr id="33" name="Text 29"/>
          <p:cNvSpPr/>
          <p:nvPr/>
        </p:nvSpPr>
        <p:spPr>
          <a:xfrm>
            <a:off x="7955280" y="58704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9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요약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955280" y="6144768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 기반 · 한식 50종 실시간 인식 · 경량 약 6MB (모바일 탑재 가능)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건강의신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AI 음식 인식 모델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97112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8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최종발표 ver.1 ·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결과와 기대효과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데이터 기준 성능과 사용자·헬스케어 가치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25054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(mAP@0.5)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77184" y="16459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77184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77184" y="25054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지표 (mAP@.5:.95)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5728" y="16459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05728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05728" y="25054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 (Recall)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34272" y="16459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34272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50종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34272" y="25054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가능 한식</a:t>
            </a:r>
            <a:endParaRPr lang="en-US" sz="1200" dirty="0"/>
          </a:p>
        </p:txBody>
      </p:sp>
      <p:pic>
        <p:nvPicPr>
          <p:cNvPr id="20" name="Image 0" descr="assets/accuracy_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46704"/>
            <a:ext cx="5715000" cy="2651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01675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8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약 5회 만에 80%대 진입, 이후 안정적으로 향상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37960" y="3200400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 · 사용자/헬스케어 가치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37960" y="3712464"/>
            <a:ext cx="310896" cy="310896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24" name="Text 21"/>
          <p:cNvSpPr/>
          <p:nvPr/>
        </p:nvSpPr>
        <p:spPr>
          <a:xfrm>
            <a:off x="6537960" y="3712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95160" y="3666744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부담 ↓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한 장으로 식단 자동 기록 — 만성질환자도 손쉽게 꾸준히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537960" y="4315968"/>
            <a:ext cx="310896" cy="310896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27" name="Text 24"/>
          <p:cNvSpPr/>
          <p:nvPr/>
        </p:nvSpPr>
        <p:spPr>
          <a:xfrm>
            <a:off x="6537960" y="4315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995160" y="427024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 분석의 출발점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자동 인식 → 부족·과다 영양소 파악의 기반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537960" y="4919472"/>
            <a:ext cx="310896" cy="310896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30" name="Text 27"/>
          <p:cNvSpPr/>
          <p:nvPr/>
        </p:nvSpPr>
        <p:spPr>
          <a:xfrm>
            <a:off x="6537960" y="4919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995160" y="4873752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영역 선점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서비스가 다루지 못한 만성질환+식단 관리 핵심 기술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537960" y="5522976"/>
            <a:ext cx="310896" cy="310896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33" name="Text 30"/>
          <p:cNvSpPr/>
          <p:nvPr/>
        </p:nvSpPr>
        <p:spPr>
          <a:xfrm>
            <a:off x="6537960" y="5522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95160" y="547725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관리로 확장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식단관리·건강 피드백으로 이어지는 첫 단계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8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정보 제공 및 건강관리 지원을 위한 기능으로, 의학적 진단·처방을 대체하지 않습니다.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건강의신 음식 인식 모델 — 최종발표 ver.1</dc:title>
  <dc:subject>PptxGenJS Presentation</dc:subject>
  <dc:creator>Lemon Healthcare</dc:creator>
  <cp:lastModifiedBy>Lemon Healthcare</cp:lastModifiedBy>
  <cp:revision>1</cp:revision>
  <dcterms:created xsi:type="dcterms:W3CDTF">2026-05-30T10:34:26Z</dcterms:created>
  <dcterms:modified xsi:type="dcterms:W3CDTF">2026-05-30T10:34:26Z</dcterms:modified>
</cp:coreProperties>
</file>