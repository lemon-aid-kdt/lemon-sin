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75dac7cec4c53" /><Relationship Type="http://schemas.openxmlformats.org/officeDocument/2006/relationships/extended-properties" Target="/docProps/app.xml" Id="R8a6cc2221ea0436c" /><Relationship Type="http://schemas.openxmlformats.org/officeDocument/2006/relationships/officeDocument" Target="/ppt/presentation.xml" Id="R724f93d7d5234d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896ba79004095"/>
  </p:sldMasterIdLst>
  <p:notesMasterIdLst>
    <p:notesMasterId xmlns:r="http://schemas.openxmlformats.org/officeDocument/2006/relationships" r:id="R147f71e6ce584cd9"/>
  </p:notesMasterIdLst>
  <p:sldIdLst>
    <p:sldId xmlns:r="http://schemas.openxmlformats.org/officeDocument/2006/relationships" id="256" r:id="R6fb8ec41cd3748a8"/>
    <p:sldId xmlns:r="http://schemas.openxmlformats.org/officeDocument/2006/relationships" id="257" r:id="Re1f9afec4d7648c0"/>
    <p:sldId xmlns:r="http://schemas.openxmlformats.org/officeDocument/2006/relationships" id="258" r:id="R0623cf9ce72f474a"/>
    <p:sldId xmlns:r="http://schemas.openxmlformats.org/officeDocument/2006/relationships" id="259" r:id="R7b8bc9555e0d4665"/>
    <p:sldId xmlns:r="http://schemas.openxmlformats.org/officeDocument/2006/relationships" id="260" r:id="R546bb480015a4eeb"/>
    <p:sldId xmlns:r="http://schemas.openxmlformats.org/officeDocument/2006/relationships" id="261" r:id="Rd257bec0d0f1437c"/>
    <p:sldId xmlns:r="http://schemas.openxmlformats.org/officeDocument/2006/relationships" id="262" r:id="R11eee7fd61fe45f7"/>
    <p:sldId xmlns:r="http://schemas.openxmlformats.org/officeDocument/2006/relationships" id="263" r:id="Rb3a1017fbef340ac"/>
    <p:sldId xmlns:r="http://schemas.openxmlformats.org/officeDocument/2006/relationships" id="264" r:id="R6530da70784a4051"/>
    <p:sldId xmlns:r="http://schemas.openxmlformats.org/officeDocument/2006/relationships" id="265" r:id="R5c05170d892f49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896ba79004095" /><Relationship Type="http://schemas.openxmlformats.org/officeDocument/2006/relationships/theme" Target="/ppt/theme/theme1.xml" Id="R2c6b5028578440c0" /><Relationship Type="http://schemas.openxmlformats.org/officeDocument/2006/relationships/notesMaster" Target="/ppt/notesMasters/notesMaster1.xml" Id="R147f71e6ce584cd9" /><Relationship Type="http://schemas.openxmlformats.org/officeDocument/2006/relationships/presProps" Target="/ppt/presProps.xml" Id="Rd81f2c224c2f4985" /><Relationship Type="http://schemas.openxmlformats.org/officeDocument/2006/relationships/viewProps" Target="/ppt/viewProps.xml" Id="R70137dd59a444a84" /><Relationship Type="http://schemas.openxmlformats.org/officeDocument/2006/relationships/tableStyles" Target="/ppt/tableStyles.xml" Id="R1d72ebda08a147d2" /><Relationship Type="http://schemas.openxmlformats.org/officeDocument/2006/relationships/slide" Target="/ppt/slides/slide1.xml" Id="R6fb8ec41cd3748a8" /><Relationship Type="http://schemas.openxmlformats.org/officeDocument/2006/relationships/slide" Target="/ppt/slides/slide2.xml" Id="Re1f9afec4d7648c0" /><Relationship Type="http://schemas.openxmlformats.org/officeDocument/2006/relationships/slide" Target="/ppt/slides/slide3.xml" Id="R0623cf9ce72f474a" /><Relationship Type="http://schemas.openxmlformats.org/officeDocument/2006/relationships/slide" Target="/ppt/slides/slide4.xml" Id="R7b8bc9555e0d4665" /><Relationship Type="http://schemas.openxmlformats.org/officeDocument/2006/relationships/slide" Target="/ppt/slides/slide5.xml" Id="R546bb480015a4eeb" /><Relationship Type="http://schemas.openxmlformats.org/officeDocument/2006/relationships/slide" Target="/ppt/slides/slide6.xml" Id="Rd257bec0d0f1437c" /><Relationship Type="http://schemas.openxmlformats.org/officeDocument/2006/relationships/slide" Target="/ppt/slides/slide7.xml" Id="R11eee7fd61fe45f7" /><Relationship Type="http://schemas.openxmlformats.org/officeDocument/2006/relationships/slide" Target="/ppt/slides/slide8.xml" Id="Rb3a1017fbef340ac" /><Relationship Type="http://schemas.openxmlformats.org/officeDocument/2006/relationships/slide" Target="/ppt/slides/slide9.xml" Id="R6530da70784a4051" /><Relationship Type="http://schemas.openxmlformats.org/officeDocument/2006/relationships/slide" Target="/ppt/slides/slide10.xml" Id="R5c05170d892f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416205a2151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fa27612b894503" /><Relationship Type="http://schemas.openxmlformats.org/officeDocument/2006/relationships/notesMaster" Target="/ppt/notesMasters/notesMaster1.xml" Id="Rec55830b6009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c6f38c15454921" /><Relationship Type="http://schemas.openxmlformats.org/officeDocument/2006/relationships/notesMaster" Target="/ppt/notesMasters/notesMaster1.xml" Id="R81a281b8c07349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9f661eeb04b87" /><Relationship Type="http://schemas.openxmlformats.org/officeDocument/2006/relationships/notesMaster" Target="/ppt/notesMasters/notesMaster1.xml" Id="R23f30b716c72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409c621cf64710" /><Relationship Type="http://schemas.openxmlformats.org/officeDocument/2006/relationships/notesMaster" Target="/ppt/notesMasters/notesMaster1.xml" Id="R2322cc6888ec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a47ce0f9142be" /><Relationship Type="http://schemas.openxmlformats.org/officeDocument/2006/relationships/notesMaster" Target="/ppt/notesMasters/notesMaster1.xml" Id="R3a8f81089ada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435b47ae8f47cc" /><Relationship Type="http://schemas.openxmlformats.org/officeDocument/2006/relationships/notesMaster" Target="/ppt/notesMasters/notesMaster1.xml" Id="R6541fd784574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1d82111aa447f" /><Relationship Type="http://schemas.openxmlformats.org/officeDocument/2006/relationships/notesMaster" Target="/ppt/notesMasters/notesMaster1.xml" Id="R1a7bc00b39bb45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e54d892fe4db2" /><Relationship Type="http://schemas.openxmlformats.org/officeDocument/2006/relationships/notesMaster" Target="/ppt/notesMasters/notesMaster1.xml" Id="R553ecdbb88e243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085390a97418a" /><Relationship Type="http://schemas.openxmlformats.org/officeDocument/2006/relationships/notesMaster" Target="/ppt/notesMasters/notesMaster1.xml" Id="R0d9c340a2a144f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cd5212ae3944ec" /><Relationship Type="http://schemas.openxmlformats.org/officeDocument/2006/relationships/notesMaster" Target="/ppt/notesMasters/notesMaster1.xml" Id="Ra819ea7e2587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35315931745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59c73e4e774d5b" /><Relationship Type="http://schemas.openxmlformats.org/officeDocument/2006/relationships/slideLayout" Target="/ppt/slideLayouts/slideLayout2.xml" Id="R1ae19918c66143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e19918c66143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ad2c72ff14fad" /><Relationship Type="http://schemas.openxmlformats.org/officeDocument/2006/relationships/notesSlide" Target="/ppt/notesSlides/notesSlide1.xml" Id="R78ba02674841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82566b3ea4315" /><Relationship Type="http://schemas.openxmlformats.org/officeDocument/2006/relationships/notesSlide" Target="/ppt/notesSlides/notesSlide2.xml" Id="R9062e36ceb64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2b60c83d04fff" /><Relationship Type="http://schemas.openxmlformats.org/officeDocument/2006/relationships/notesSlide" Target="/ppt/notesSlides/notesSlide3.xml" Id="R2aeb2fc347cd44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986d0412184ab9" /><Relationship Type="http://schemas.openxmlformats.org/officeDocument/2006/relationships/notesSlide" Target="/ppt/notesSlides/notesSlide4.xml" Id="Rfad1f262ecdb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6988bf9464c40" /><Relationship Type="http://schemas.openxmlformats.org/officeDocument/2006/relationships/notesSlide" Target="/ppt/notesSlides/notesSlide5.xml" Id="Re6e50140b49d44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980dafd84e415e" /><Relationship Type="http://schemas.openxmlformats.org/officeDocument/2006/relationships/notesSlide" Target="/ppt/notesSlides/notesSlide6.xml" Id="R5e8c032cf27a46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13aa70d8d4e94" /><Relationship Type="http://schemas.openxmlformats.org/officeDocument/2006/relationships/notesSlide" Target="/ppt/notesSlides/notesSlide7.xml" Id="Rfc0b96c9cc5042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e2ddb036e44a7" /><Relationship Type="http://schemas.openxmlformats.org/officeDocument/2006/relationships/notesSlide" Target="/ppt/notesSlides/notesSlide8.xml" Id="Re693a48016cd4a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13f96c0814912" /><Relationship Type="http://schemas.openxmlformats.org/officeDocument/2006/relationships/notesSlide" Target="/ppt/notesSlides/notesSlide9.xml" Id="R7bf1985400a04a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ce2db772b401e" /><Relationship Type="http://schemas.openxmlformats.org/officeDocument/2006/relationships/notesSlide" Target="/ppt/notesSlides/notesSlide10.xml" Id="Rb691935330294c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77FA1-DF44-4032-8A40-860A3A87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612D3-85DC-4805-9BE7-78A80FC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763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5A02F-0AD8-4BC0-9E49-9695136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9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406DF-FA52-44C9-B14D-804D3B7E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85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WEEK 02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46EE4-7953-4C4A-AD37-CD226405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  <a:p xmlns:a="http://schemas.openxmlformats.org/drawingml/2006/main">
            <a:pPr algn="ctr">
              <a:defRPr sz="33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2주차 기획 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751CF-9502-46AD-8324-854EC26D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C6EA3-ECA6-4B3F-A79D-1BDC3EA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99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음식·영양제 과제를 어떻게 풀고, 이를 바탕으로 어떤 서비스를 기획했는가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3F056-AB50-4DF3-B8B9-B48967CA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960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KDT 12기 · 레몬헬스케어 기업과제 · Lemon Aid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2F98F-3FC1-4CCD-8E49-D9EFA615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096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food · supplement · agent planning</a:t>
            </a:r>
          </a:p>
        </p:txBody>
      </p:sp>
    </p:spTree>
    <p:extLst>
      <p:ext uri="{BB962C8B-B14F-4D97-AF65-F5344CB8AC3E}">
        <p14:creationId xmlns:p14="http://schemas.microsoft.com/office/powerpoint/2010/main" val="10644548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40E16-175E-4B88-9E35-2CC8FA0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506C-36C8-4D7D-8536-7C4CE38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| 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3AACE-8EFD-497F-9A18-13EF805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71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BD04A-7D97-42F4-8090-16C0D9E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2F20-5C3A-4C25-953F-90B5963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기획 배경과 과제 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0902-C863-4F43-8935-433DF5F3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Chapter 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D7977-4634-4AAD-8115-D34F192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41ED0-AA58-40A6-B72E-FA8B9396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과제 해결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53B2E-CEFE-46BC-ABCB-1B43A47E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33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Chapter 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508D8-6322-4E23-B1FE-4E5C0413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5E33A-20B2-4DB9-B3E4-31115DD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과제 해결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A5FF7-69D6-4580-87B3-2887FC09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F8EC0-79C9-4AF5-A509-765BB55C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4D66E-D9C4-4D6F-BFE8-730F8C8D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서비스 기획안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3335E-C5A3-4A70-9D00-DA7C003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Chapter 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1880E-B10B-4DED-B324-7DB6FC1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1868A-568D-47EC-B208-0D5A2B7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2주차 결론과 다음 진행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589C4-8310-43DC-AEC6-BBFA9CF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9763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A430C-BD4F-4A28-B5A6-8F1EB9E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음식과 영양제 문제를 각각 풀고, 확인된 섭취 데이터를 하나의 서비스 흐름으로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4364520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DCC50-5339-405F-930F-2B4F3A1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1EEFD-D014-410F-B02B-1D94D5C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38095-9FC1-49F0-AE98-76418CEF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80C48-AF99-4614-86BA-468D3F9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D9EBD-A81C-428E-A6D0-FFB1CB8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12E6E-D860-46A8-A541-1F47676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두 과제는 별도 기능이 아니라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하루 건강관리 흐름의 두 입력입니다.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A33B-78D2-43FD-A950-14D0E7F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762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C81F3-BDE1-4716-B5AD-918A671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762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E2F38-E408-4876-9F6F-5D85AAF1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6E2C2-3798-4F5B-B0D8-B162CC0D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사진·텍스트에서 음식 후보와 섭취량을 추정하고, 영양성분 데이터와 연결해 식단관리 피드백의 근거를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98C22-6152-452F-80CF-9DD681F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영양제 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CF3D-8095-482B-A42B-F6194600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라벨 OCR에서 성분명·함량·단위를 구조화하고, 중복·과다 가능성과 목적별 분석의 근거를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778A4-219E-41EE-8208-8B03C5E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86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16872-D81D-4EF3-B0A5-0E267FF7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380D1-F20D-45A9-ADDA-7645A203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938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공통 도착지: 사용자 확인을 거친 섭취 데이터를 병원성 정보·복약·활동 맥락과 함께 해석하는 AI 건강관리 보조 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8FECB-820A-4B31-8D01-5006220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5879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116AD-17BD-4339-885D-2251518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1E981-B849-47E2-9224-127A1A7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D34F0-D66D-4484-89B5-878D9990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FAC7F-C00F-4617-BE10-D8B99ADC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9D128-6FBD-4018-B256-60AB5EC0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4E6A7-A851-4873-841A-B73259B7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현재 문제는 정보 부족보다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흩어진 데이터를 연결하지 못하는 데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88149-76DF-4E0A-B9DF-116E8466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701A2-9727-4614-B9B5-D1E5820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723AF-B646-46A2-BD2C-AF11E6F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음식·영양제·복약·활동·검사값이 서로 다른 앱과 기록에 흩어짐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48651-2870-41C5-9379-7A980598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EED27-054F-4109-A817-FCFD317D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통합 섭취량</a:t>
            </a:r>
          </a:p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파악 어려움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3AB51-1655-4237-946F-7E4DFB9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음식과 영양제를 합산한 하루 영양소 기준이 보이지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14114-3FA1-40A8-AE9C-1854089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6C082-6E71-4AC4-85CC-B0A2B50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9302-34A6-4F39-B494-3E4567B4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만성질환, 복약, 건강 목적을 반영한 설명이 부족함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DBA07-220F-46F9-B82B-4AD23950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0AB6E-2D3A-4A20-8565-E1C058A8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실천 방향</a:t>
            </a:r>
          </a:p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C66ED-3824-4845-B76A-667A28A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오늘 줄일 것과 보완할 것이 행동으로 이어지지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2A6C7-98B7-4C4C-861A-C555FAF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56659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0B01F-0DDE-4E6F-9A9B-602B0827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ADC16-64AC-4FF9-A9BD-FDE2292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47FF2-7536-491F-B46C-0842CE9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E73ED-4AEA-46EA-A54F-41FA33A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F14FD-4243-4D25-8A37-63FC223A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8C1D5-B3EE-41A7-A31C-52BB869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사진은 바로 기록으로 확정하지 않고,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검토 가능한 영양 후보로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09308-3B80-414D-A8BC-A61AE4B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CED06-99D5-4D30-B506-3DE0CA86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6D957-A3AA-4243-801F-73560C1D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사진 인식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DFA7E-E731-4DAB-9822-4134FDC9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후보와 confidence, 복수 후보를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5CE27-615E-4D0D-AE26-ECAD446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DDD21-16E8-4683-AE8A-D01FBA25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D3022-2351-40F9-A3FD-C37D3EA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5D1E8-DBFF-44EB-84BB-10345CCB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 매칭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96C7E-5722-49FE-95C7-E0550AD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100g 기준 영양 프로필과 출처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A5352-189C-410E-BBAD-8F842ADA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76C07-23DD-4FCB-9E3F-216B63F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D1DF7-6427-4307-8C4E-7A040CC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0CC14-D9BA-4272-B128-BE5656FC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42742-BFD3-4EF5-BF0E-05F9C6A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수정값과 실제 섭취량을 반영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8AE1C-03B2-45E6-8158-9728218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BED2C-034C-49FF-9FDF-1CCBB05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65A5A-2B07-4311-BA9D-50A7096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64D60-B86F-4F69-BA24-3998DB3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6809E-6173-4C40-A8A5-C3986805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 전 후보·근거·수정 가능 상태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8E157-2AAC-4000-A439-E92A751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6FB40-4C4A-4F86-8E78-E99E7BEA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EA65F-57BE-4CF5-B48D-5F69B881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24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E5AC87-0BA1-4FD2-9BEC-60EC48E5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76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이미지 모델은 1차 분류 도구로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15BE3-4576-4F62-9D86-1C086FA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FB291-9FC9-4D4D-9BDD-6131076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05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55531-9B9E-45E7-98A1-3C3AACF5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57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 계산은 재현 가능한 데이터셋을 근거로 사용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956C8-D2DA-4668-8C37-000B199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9AC35-3928-45F4-80F2-8B8242C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86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A4DFF-1C85-4DBC-84EB-01283E43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38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확인 전에는 건강 기록이나 Agent action으로 확정하지 않음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A64D2-70EB-43D5-9237-5E9051DE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3522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C910A-45EF-4A5F-92EA-F8E728B9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E540-3E73-4A6C-83AB-D508D22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3.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C1998-4595-4A25-8431-7844385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DB85-98F9-4033-9B28-86E3D5F3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FB099-F87B-4605-8D00-31216DC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영양제 과제 해결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4A61C-C7C4-4D39-BCBD-6122B1A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영양제 라벨은 OCR 결과를 성분 후보와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원문 근거가 있는 preview로 구조화합니다.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49DF-7A4F-4CC1-A0A3-AD24A68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FD5A1-D28C-484F-AF57-7EC07C5A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572CB-813E-4ABA-8CDF-A8077B5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라벨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43748-FA4E-4DA8-A0F9-62DF7A94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제품명, 성분 영역, 원문 텍스트 후보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6AA78-1E93-44F1-AFC3-A73F9080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43E1C-A09C-498F-8140-060C99B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372B7-4377-425F-A26B-AE680F31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A481D-4A2D-47EA-9363-2C1A2608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 구조화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23588-3171-419B-81D1-A557E64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성분명·함량·단위·confidence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5A619-B7C7-4193-A710-1218B42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00651-74C7-45DA-A727-E5652D3C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71809-AA0D-4589-9097-19BE8998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2576A-2E55-4F71-9445-50C640AF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공식 데이터 매칭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3B3F9-E20F-4D1B-8935-52FC7BA9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KDRIs, 기능성 원료, DUR 후보와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7CD33-7521-4CF8-8C3E-9D04D607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5755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8A24D-857E-42E3-AE45-FAE38ADA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F3393-167D-4013-9C63-4E5AF5FF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06916-6BA3-431F-866D-6E6A66B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1B0B4-975D-49A4-A9AF-2E5275A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오인식·중복·주의 후보를 확인 후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25F8E-3F34-4B5E-A2B2-C73281BE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D1559-62D3-4B79-A370-0812BBE3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B2FDD6-94C7-4635-A042-3999535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24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5162E-55C1-458D-97E0-E02BCBC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76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OCR은 확정 판단이 아니라 라벨 원문 확보 도구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BC7DD1-46B3-4DCA-BE15-DD78987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7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A03AC-BA90-4771-A3A8-A7D5A20F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05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34EF3-789E-4E52-BCD2-CEC6B63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57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LLM/parser는 후보 구조화에 한정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32669-7498-4624-B42A-80A2475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00C69-CE34-43EE-9E17-6F7574B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864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D0563-CBB8-41B3-A12C-221073B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38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문구는 가능성·참고·전문가 상담 권장 경계로 표현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15E2FF-56E1-4FBB-8EB3-43AA34F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090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C69CB-5E46-4D59-9569-B9921DE8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EB109-B6FB-4FFF-909E-4047B12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71B6D-CFAD-4F08-950D-6E4DF7A3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4B3DD-755C-4F7A-9BDB-231C4E3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FA708-C53A-473F-ABBD-01322BC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DB 병합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27D0E-8D26-42AC-82E2-81782D61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음식과 영양제는 preview 단계에서 분리하고,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확인 이후에만 하나의 건강 기록으로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15E17-0EA3-4F8F-8772-2A3DB30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838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209D-38AB-42DD-9E6F-15F04A1B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Food Preview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1A84C-ADF7-4836-B9DF-2E0FC85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2038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후보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영양값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섭취량 보정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사용자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2AAE3-4D02-4388-BA01-CCE833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29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분리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010FA-B27E-43D7-BCB7-6F0244FA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838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985E0-EC0D-4CC7-85C7-1832EB22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Supplement Preview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F8F20-EC4F-4691-8195-07533F6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038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 원문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성분 후보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함량·단위</a:t>
            </a:r>
          </a:p>
          <a:p xmlns:a="http://schemas.openxmlformats.org/drawingml/2006/main">
            <a:pPr algn="ctr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주의 후보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98CD1-262B-44AE-920C-427EE4C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29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사용자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98910-626F-45F3-BCA8-0277709B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838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2B124-BB3E-42B7-B230-EC6F5767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Confirmed Health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789D8-2DC3-4D6E-A5E3-5E372508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2038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user_confirmed 이후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 유형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audit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6B6BA-0DEC-4659-8372-D611CB3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7BD32-532E-48A5-ABF6-D9DCE4F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62550"/>
            <a:ext cx="878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핵심 기준: 확인되지 않은 후보는 저장 기록, 알림, Agent action의 근거가 되지 않는다.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746DD-D8E0-4F9D-A8D1-553A2A3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9209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C10BA-9A41-4434-8B1F-B5D648B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33C72-1E2C-4F21-A10E-61145CB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9AA30-4507-47FE-BEAC-D3E67B0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4D784-66E6-4F74-850C-627597F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159A9-DA9C-4E82-87B7-63EB969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서비스 기획안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39372-0457-428A-BA96-DCCCBDA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우리는 이 해결 구조를 바탕으로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만성질환자용 AI 건강관리 보조 서비스를 기획합니다.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13E02-7DAD-4256-9AAD-213A7F2D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09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B119C-E791-4C34-9EFE-5CBEF443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FAD4A-59E0-4506-B711-6EC86687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음식 사진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영양제 라벨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프로필·활동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시연용 복약·질환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41DB3-B74B-4D97-BBCA-365FCDE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290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153F3-C644-4432-A9A5-43737FA7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209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EC613-7B5C-475E-9900-A2F54947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구조화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C2324-12CC-44B0-B7D7-CC87DE1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OCR/이미지 분석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영양소·성분 매칭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섭취량 합산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F10DB-34B2-48E7-ACB3-516A402A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290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DBDAF-72DB-4B64-BEF7-0C52F5C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209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84C4E-BB31-498B-A5B0-40BCE060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428DC-304B-4612-BE27-53B39785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나이·성별·체중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건강 목적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만성질환·복약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5AB52-3F00-4919-8E7D-97FB1126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290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67482-0B10-432C-BEAE-07CE4B6E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209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030ED-FCDD-4BBB-BD67-A5CD268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5D8E2-5984-4C6C-B8E8-3096D9C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5종 출력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챗봇 설명</a:t>
            </a:r>
          </a:p>
          <a:p xmlns:a="http://schemas.openxmlformats.org/drawingml/2006/main">
            <a:pPr algn="ctr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알림·캘린더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3B9CE-2210-4625-8F41-1BC6DF0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1011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7252E-A642-4A33-ABAC-E25B3563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939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 Agent: 사진 한 장으로 음식과 영양제를 기록하고, AI가 내 건강 상태에 맞게 영양·복약 관리 방향을 설명하는 참조 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23012-ED2D-490E-B036-E6A52205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53717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FF382-88D0-437D-A99E-410BDA0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B413A-87E6-4295-AFD9-730394C1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FD2E7-7174-44DC-B8A6-67AAE725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104B4-E27F-4FAB-96F4-CB14E5E2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01AA7-2D93-406F-BE63-43E228B5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5종 출력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80828-BF58-4A72-9C3E-018F4E6A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서비스의 화면은 분석 결과를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다섯 가지 사용자 가치로 압축합니다.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9DD82-831E-4E98-8221-FCAD434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A3406-E229-421F-98AD-FDDE11B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부족 영양소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FCB5-6FA7-4DC3-8F9B-EC1F0F2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권장량 대비 낮은 영양소를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8B908-F175-48C5-B527-3B4840CD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2CFA-1DE3-40E1-8E14-1220835B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권장 섭취량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0A0DD-41D0-4D67-BC2B-F3698797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90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기준의 섭취 참고 기준 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F0EB0-0EEA-4908-82EB-5797D62B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0EF4A-996F-4C38-9800-36307C4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체중 변화 예측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C3FFE-E1A7-45CC-85F8-C38E0971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식단·활동 기준의 참고 예측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1DF87-532F-49C0-B4A3-D765995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DEC04-3724-440B-891C-9746EB0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 권고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1C7F8-6A29-4F35-9308-52BAB0E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실천 가능한 활동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C2953-C185-4C89-AEAE-449E8B9B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2914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73A0F-C08E-44C6-8B6F-9077860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목적별 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ADC6A-B661-47BC-BA46-EA1E1D5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00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눈·간·피로·체중 목적별 관리 방향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343E9-635E-4691-B4F8-27716E4C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36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FCD22-1782-4A94-89A4-6505B5F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981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표현 원칙: 진단·치료·처방이 아니라 건강관리 참고 정보로 제공하고, 단정 대신 가능성·권장량 대비·전문가 상담 권장을 사용한다.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BD9FE-F110-46F7-8AEB-1CB33245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38329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21224-0BCF-49AF-8A7F-ADEB09B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BC875-2B2B-4B63-9350-655F2A58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CCE7B-6D64-4BF0-B7C0-1BF27D3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643F8-A0FA-462E-B4CB-66813DBE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4C385-5BAB-4652-BF6B-67A256C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2주차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13356-D550-42F6-BF4D-4A9819F4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2주차의 핵심 결론은</a:t>
            </a:r>
          </a:p>
          <a:p xmlns:a="http://schemas.openxmlformats.org/drawingml/2006/main">
            <a:pPr algn="l">
              <a:def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과제 해결 구조가 서비스 기획으로 연결됐다는 점입니다.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55575-AB6D-4A71-90DE-E22818FE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73F8D-A9D2-4A4D-98D0-50CFDA6E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B8097-F1B4-4552-A0DE-E31EEA4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F6F21-525F-4087-ADC1-ED141FAB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분리된 기능</a:t>
            </a:r>
          </a:p>
          <a:p xmlns:a="http://schemas.openxmlformats.org/drawingml/2006/main">
            <a:pPr algn="ctr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OCR/AI 후보</a:t>
            </a:r>
          </a:p>
          <a:p xmlns:a="http://schemas.openxmlformats.org/drawingml/2006/main">
            <a:pPr algn="ctr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문서 중심 기획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E6CE4-94D2-4F22-95DF-8EFE8FC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E4197-D987-41D7-B625-C6A18A7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음식·영양제 이중 입력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 → confirmed → saved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가능한 서비스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E7869-B64D-49C8-8330-01491CA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671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29C96-55CF-48D2-8773-9BACC4DC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CD9B1-2384-484F-857A-15B05BB0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0006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D76A4-3905-403E-9907-63AF879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53000"/>
            <a:ext cx="733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SupplementAnalysisPreview와 Food Preview DTO 고정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48DF-C8C3-4BD0-B96D-FB71985C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03686-D45A-44CF-8C8D-11F81B4D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3340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DB20D-3CD8-458A-AF5F-6474719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86375"/>
            <a:ext cx="733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모바일 카메라 → analyze API → 사용자 확인 화면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CE955-9DA1-4EBA-ADC6-F868FDE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AA78A-1B61-4A2E-944C-0CFAB0B4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6673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B7ED9-B2EE-4A1E-B177-BD42D80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9750"/>
            <a:ext cx="733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OCR provider, 외부 전송 동의, raw data 저장 정책 확정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1E296-22B5-4779-B7F8-C0524CB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97886-864F-4BC8-8A35-BF5C2140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0007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Next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C8293-B80E-4EF3-9632-03B437F9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53125"/>
            <a:ext cx="733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Agent는 설명·알림 보조 역할로 제한하고 안전 문구 검수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E621F-6EEA-42CA-B598-4615343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0752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2026-05-18T12:14:51.5640000Z</dcterms:created>
  <dcterms:modified xsi:type="dcterms:W3CDTF">2026-05-18T12:14:51.5640000Z</dcterms:modified>
</coreProperties>
</file>